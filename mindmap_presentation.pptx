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359f3b96241be" /><Relationship Type="http://schemas.openxmlformats.org/officeDocument/2006/relationships/extended-properties" Target="/docProps/app.xml" Id="R32959f0831e54e5a" /><Relationship Type="http://schemas.openxmlformats.org/officeDocument/2006/relationships/officeDocument" Target="/ppt/presentation.xml" Id="Ra2d50cb7e8a7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07cd6647043ec"/>
  </p:sldMasterIdLst>
  <p:notesMasterIdLst>
    <p:notesMasterId xmlns:r="http://schemas.openxmlformats.org/officeDocument/2006/relationships" r:id="R699713b5f0df4532"/>
  </p:notesMasterIdLst>
  <p:sldIdLst>
    <p:sldId xmlns:r="http://schemas.openxmlformats.org/officeDocument/2006/relationships" id="256" r:id="R9bdfc56e3a4a4e1d"/>
  </p:sldIdLst>
  <p:sldSz cx="13335000" cy="1000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3eb1c39b948cb" /><Relationship Type="http://schemas.openxmlformats.org/officeDocument/2006/relationships/slideMaster" Target="/ppt/slideMasters/slideMaster1.xml" Id="Rc2e07cd6647043ec" /><Relationship Type="http://schemas.openxmlformats.org/officeDocument/2006/relationships/notesMaster" Target="/ppt/notesMasters/notesMaster1.xml" Id="R699713b5f0df4532" /><Relationship Type="http://schemas.openxmlformats.org/officeDocument/2006/relationships/presProps" Target="/ppt/presProps.xml" Id="R25af5059697f432c" /><Relationship Type="http://schemas.openxmlformats.org/officeDocument/2006/relationships/tableStyles" Target="/ppt/tableStyles.xml" Id="R6be38d131aa04c32" /><Relationship Type="http://schemas.openxmlformats.org/officeDocument/2006/relationships/slide" Target="/ppt/slides/slide1.xml" Id="R9bdfc56e3a4a4e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23f75ecdc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94e98cbb99449b" /><Relationship Type="http://schemas.openxmlformats.org/officeDocument/2006/relationships/notesMaster" Target="/ppt/notesMasters/notesMaster1.xml" Id="R487fba60d8f4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30f0c3952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9f4edff4894ae1" /><Relationship Type="http://schemas.openxmlformats.org/officeDocument/2006/relationships/slideLayout" Target="/ppt/slideLayouts/slideLayout1.xml" Id="R0a9120d46f5b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9120d46f5b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a469aab7e421f" /><Relationship Type="http://schemas.openxmlformats.org/officeDocument/2006/relationships/notesSlide" Target="/ppt/notesSlides/notesSlide1.xml" Id="R96976e658665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364BB-7789-488C-8FD2-2CA273F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200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Майнд-карта: game.py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5097A-A9AA-4A35-A377-9D8ED37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A9396"/>
                </a:solidFill>
                <a:latin typeface="Arial"/>
                <a:ea typeface="Arial"/>
                <a:cs typeface="Arial"/>
              </a:rPr>
              <a:t>Основные части программы и их связь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38761-5BC5-4A40-9262-B4CF1EC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A9396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4CF6-DA60-4D3D-9B57-A943A31D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Окно и файлы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700 × 500; фон, 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3F5A-9834-4410-90CB-37D008A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Ракетки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W/S и стрелки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3FC04-EC27-4D2A-AB2F-BD1ABA87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1512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Мяч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скорость по x и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4C6CE-85DE-4945-906B-1B92772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GameSprite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картинка, x/y, reset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1C56-F5B8-4B90-9899-9064C889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Столкновения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стены и ракетки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F8C1B-CBA2-4DB0-86A1-C0F76FE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715125"/>
            <a:ext cx="347662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Конец партии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winner и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B90DA-F24E-487A-A8E3-76F5EE29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143875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28575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Кадр</a:t>
            </a:r>
          </a:p>
          <a:p xmlns:a="http://schemas.openxmlformats.org/drawingml/2006/main">
            <a:pPr algn="ctr"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blit, update, tick(60)</a:t>
            </a:r>
          </a:p>
        </p:txBody>
      </p:sp>
      <p:cxnSp>
        <p:nvCxnSpPr>
          <p:cNvPr id="28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4095750" y="2738438"/>
            <a:ext cx="1143000" cy="21669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3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095750" y="4905375"/>
            <a:ext cx="114300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095750" y="4905375"/>
            <a:ext cx="1143000" cy="25955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96250" y="2738438"/>
            <a:ext cx="1143000" cy="21669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96250" y="4905375"/>
            <a:ext cx="114300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4905375"/>
            <a:ext cx="1143000" cy="25955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667500" y="5572125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46520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2026-09-26T19:54:13.2320000Z</dcterms:created>
  <dcterms:modified xsi:type="dcterms:W3CDTF">2026-09-26T19:54:13.2320000Z</dcterms:modified>
</coreProperties>
</file>