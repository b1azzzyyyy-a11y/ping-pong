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64a397d614190" /><Relationship Type="http://schemas.openxmlformats.org/officeDocument/2006/relationships/extended-properties" Target="/docProps/app.xml" Id="Rd8ac69341ec04478" /><Relationship Type="http://schemas.openxmlformats.org/officeDocument/2006/relationships/officeDocument" Target="/ppt/presentation.xml" Id="Rf2eaf2886f2d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cfad9807b3485a"/>
  </p:sldMasterIdLst>
  <p:notesMasterIdLst>
    <p:notesMasterId xmlns:r="http://schemas.openxmlformats.org/officeDocument/2006/relationships" r:id="R95fbf433d7f74ecf"/>
  </p:notesMasterIdLst>
  <p:sldIdLst>
    <p:sldId xmlns:r="http://schemas.openxmlformats.org/officeDocument/2006/relationships" id="256" r:id="Rbaf364d7ed5c4700"/>
    <p:sldId xmlns:r="http://schemas.openxmlformats.org/officeDocument/2006/relationships" id="257" r:id="R9ed7a6ca85ee4d0e"/>
    <p:sldId xmlns:r="http://schemas.openxmlformats.org/officeDocument/2006/relationships" id="258" r:id="R2243bead1cf34f6c"/>
    <p:sldId xmlns:r="http://schemas.openxmlformats.org/officeDocument/2006/relationships" id="259" r:id="R049523bcc2a44c46"/>
    <p:sldId xmlns:r="http://schemas.openxmlformats.org/officeDocument/2006/relationships" id="260" r:id="R0dab272bcc104369"/>
    <p:sldId xmlns:r="http://schemas.openxmlformats.org/officeDocument/2006/relationships" id="261" r:id="R9be4f36aa2cd4e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b7b10c350493d" /><Relationship Type="http://schemas.openxmlformats.org/officeDocument/2006/relationships/slideMaster" Target="/ppt/slideMasters/slideMaster1.xml" Id="R65cfad9807b3485a" /><Relationship Type="http://schemas.openxmlformats.org/officeDocument/2006/relationships/notesMaster" Target="/ppt/notesMasters/notesMaster1.xml" Id="R95fbf433d7f74ecf" /><Relationship Type="http://schemas.openxmlformats.org/officeDocument/2006/relationships/presProps" Target="/ppt/presProps.xml" Id="R120114e9f08d4200" /><Relationship Type="http://schemas.openxmlformats.org/officeDocument/2006/relationships/tableStyles" Target="/ppt/tableStyles.xml" Id="R537868e1a8b14985" /><Relationship Type="http://schemas.openxmlformats.org/officeDocument/2006/relationships/slide" Target="/ppt/slides/slide1.xml" Id="Rbaf364d7ed5c4700" /><Relationship Type="http://schemas.openxmlformats.org/officeDocument/2006/relationships/slide" Target="/ppt/slides/slide2.xml" Id="R9ed7a6ca85ee4d0e" /><Relationship Type="http://schemas.openxmlformats.org/officeDocument/2006/relationships/slide" Target="/ppt/slides/slide3.xml" Id="R2243bead1cf34f6c" /><Relationship Type="http://schemas.openxmlformats.org/officeDocument/2006/relationships/slide" Target="/ppt/slides/slide4.xml" Id="R049523bcc2a44c46" /><Relationship Type="http://schemas.openxmlformats.org/officeDocument/2006/relationships/slide" Target="/ppt/slides/slide5.xml" Id="R0dab272bcc104369" /><Relationship Type="http://schemas.openxmlformats.org/officeDocument/2006/relationships/slide" Target="/ppt/slides/slide6.xml" Id="R9be4f36aa2cd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f7cbd0a92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61dd13c9794a55" /><Relationship Type="http://schemas.openxmlformats.org/officeDocument/2006/relationships/notesMaster" Target="/ppt/notesMasters/notesMaster1.xml" Id="R044d802afd5b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93023273324325" /><Relationship Type="http://schemas.openxmlformats.org/officeDocument/2006/relationships/notesMaster" Target="/ppt/notesMasters/notesMaster1.xml" Id="R5badf9e367de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c948dca4747f1" /><Relationship Type="http://schemas.openxmlformats.org/officeDocument/2006/relationships/notesMaster" Target="/ppt/notesMasters/notesMaster1.xml" Id="R1d7bef2b36f449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6179302208405e" /><Relationship Type="http://schemas.openxmlformats.org/officeDocument/2006/relationships/notesMaster" Target="/ppt/notesMasters/notesMaster1.xml" Id="R1b21d7fbf31042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1eee4f037448c" /><Relationship Type="http://schemas.openxmlformats.org/officeDocument/2006/relationships/notesMaster" Target="/ppt/notesMasters/notesMaster1.xml" Id="R86fd1d46ae59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e17e9d381455e" /><Relationship Type="http://schemas.openxmlformats.org/officeDocument/2006/relationships/notesMaster" Target="/ppt/notesMasters/notesMaster1.xml" Id="R3f11faf706c7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523d1ca9640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7f19e0ec0458b" /><Relationship Type="http://schemas.openxmlformats.org/officeDocument/2006/relationships/slideLayout" Target="/ppt/slideLayouts/slideLayout1.xml" Id="Rcf65ac20ece045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5ac20ece045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3781550e4935" /><Relationship Type="http://schemas.openxmlformats.org/officeDocument/2006/relationships/image" Target="/ppt/media/image.png" Id="R821eb02636d54b65" /><Relationship Type="http://schemas.openxmlformats.org/officeDocument/2006/relationships/notesSlide" Target="/ppt/notesSlides/notesSlide1.xml" Id="R45fb09d60293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30a11898a4410" /><Relationship Type="http://schemas.openxmlformats.org/officeDocument/2006/relationships/image" Target="/ppt/media/image2.png" Id="R846e7c6a4aba438e" /><Relationship Type="http://schemas.openxmlformats.org/officeDocument/2006/relationships/notesSlide" Target="/ppt/notesSlides/notesSlide2.xml" Id="R967aaa93183143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b238f9554428" /><Relationship Type="http://schemas.openxmlformats.org/officeDocument/2006/relationships/notesSlide" Target="/ppt/notesSlides/notesSlide3.xml" Id="R9ded3bccb8374c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42ad1d6584f34" /><Relationship Type="http://schemas.openxmlformats.org/officeDocument/2006/relationships/image" Target="/ppt/media/image3.png" Id="R5e4ce67d0240407e" /><Relationship Type="http://schemas.openxmlformats.org/officeDocument/2006/relationships/notesSlide" Target="/ppt/notesSlides/notesSlide4.xml" Id="Rcec96948c6cd41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a75662bf445e6" /><Relationship Type="http://schemas.openxmlformats.org/officeDocument/2006/relationships/notesSlide" Target="/ppt/notesSlides/notesSlide5.xml" Id="Rf822d72cb7a246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b33cd19e64fa9" /><Relationship Type="http://schemas.openxmlformats.org/officeDocument/2006/relationships/notesSlide" Target="/ppt/notesSlides/notesSlide6.xml" Id="Rf4c8e8bd164445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eb02636d54b65"/>
          <a:srcRect xmlns:a="http://schemas.openxmlformats.org/drawingml/2006/main" l="0" t="10625" r="0" b="10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14B9F-D5DA-4E0E-9FA8-F3BAE08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Пинг-понг на Pygame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EDB0B-9121-424F-8318-DEE320E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 устроен код игры</a:t>
            </a:r>
          </a:p>
        </p:txBody>
      </p:sp>
    </p:spTree>
    <p:extLst>
      <p:ext uri="{BB962C8B-B14F-4D97-AF65-F5344CB8AC3E}">
        <p14:creationId xmlns:p14="http://schemas.microsoft.com/office/powerpoint/2010/main" val="2046292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118A1-2541-4701-95E0-EF59FFF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Один класс и три объекта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e7c6a4aba438e"/>
          <a:stretch xmlns:a="http://schemas.openxmlformats.org/drawingml/2006/main"/>
        </p:blipFill>
        <p:spPr>
          <a:xfrm xmlns:a="http://schemas.openxmlformats.org/drawingml/2006/main">
            <a:off x="1280471" y="1762125"/>
            <a:ext cx="772809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24C46-AAA8-44CC-A0F2-026DE42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GameSprite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38D6C-73FA-43CE-9DF0-45D1588A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Хранит картинку и координаты x, y.</a:t>
            </a:r>
          </a:p>
          <a:p xmlns:a="http://schemas.openxmlformats.org/drawingml/2006/main">
            <a:pPr algn="l"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Метод reset рисует объект в окне.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AAAF7-B802-4746-A7DE-3CBE134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player1 и player2 — ракетки.</a:t>
            </a:r>
          </a:p>
          <a:p xmlns:a="http://schemas.openxmlformats.org/drawingml/2006/main">
            <a:pPr algn="l"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ball — мяч. Фон загружается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195173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B65F5-A9A2-40DF-A80F-BAA9F764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Игровой цикл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177D0-8338-4AF1-A860-14F18C9F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D6187-36D2-4BEC-AB50-4D29E443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38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pygame.event.get() проверяет закрытие окна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9EDAB-A374-4A99-A8DC-BB2F41B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4A47C-CCB1-49E3-B77B-D0B40043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pygame.key.get_pressed() читает клавиши ракеток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05DC1-55DA-45BC-AB49-FB2E379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CFD5-0E01-4D04-9A4A-64AE4105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43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Координаты мяча меняются на его скорость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2E35F-0198-47A2-8925-4844E16E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DD4DD-0CE1-4E4D-B130-4ACA3C8D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Код проверяет стенки, ракетки и пропущенный мяч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532C3-95D6-4CE1-9AA6-966FC8F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0AE99-D94A-420A-9AD8-5D6A3DA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display.update() показывает кадр; clock.tick(60) задаёт предел FPS</a:t>
            </a:r>
          </a:p>
        </p:txBody>
      </p:sp>
    </p:spTree>
    <p:extLst>
      <p:ext uri="{BB962C8B-B14F-4D97-AF65-F5344CB8AC3E}">
        <p14:creationId xmlns:p14="http://schemas.microsoft.com/office/powerpoint/2010/main" val="1388034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C1781-2EA6-4885-924E-B61905A1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Отскок и победа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CE389-C9F4-440C-9027-336A2B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Стены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37CA-2154-42BC-A317-AB379F9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У верхнего или нижнего края меняется ball_speed_y.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09FE2-E71B-409C-A257-F52772EB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Ракетки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E1BB1-948B-44A5-AF53-BF34411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 касании ракетки меняется ball_speed_x.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B8F59-4C85-4AEB-9F52-2EE667E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Промах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6705C-6B06-416A-B19B-407B99A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Мяч вышел за край: finish = True, появляется победитель.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ce67d0240407e"/>
          <a:stretch xmlns:a="http://schemas.openxmlformats.org/drawingml/2006/main"/>
        </p:blipFill>
        <p:spPr>
          <a:xfrm xmlns:a="http://schemas.openxmlformats.org/drawingml/2006/main">
            <a:off x="9525000" y="2482429"/>
            <a:ext cx="1762125" cy="17502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06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517C1-61D9-496B-9C4B-EFB50BE5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Майнд-карта кода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C8886-681E-4BBC-866E-CF7A31D1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14650"/>
            <a:ext cx="2571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9396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04791-0B2D-4AF1-B6F9-69928A9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714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Окно и картинки</a:t>
            </a:r>
          </a:p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700 × 500, assets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3BC2E-56B5-4FD8-A14F-7E468A56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24000"/>
            <a:ext cx="2714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GameSprite</a:t>
            </a:r>
          </a:p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картинка, x, 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C3525-F414-4DB6-BB32-CB741379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714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Клавиши</a:t>
            </a:r>
          </a:p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W/S и стрелки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2EBFC-EFC9-4A89-A8CC-6CA17CF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86250"/>
            <a:ext cx="2714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Мяч</a:t>
            </a:r>
          </a:p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движение и отскоки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EA8F6-3AEE-497B-86FD-3FBE7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81625"/>
            <a:ext cx="2571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Конец партии</a:t>
            </a:r>
          </a:p>
          <a:p xmlns:a="http://schemas.openxmlformats.org/drawingml/2006/main">
            <a:pPr algn="ctr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winner и finish</a:t>
            </a:r>
          </a:p>
        </p:txBody>
      </p:sp>
      <p:cxnSp>
        <p:nvCxnSpPr>
          <p:cNvPr id="20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552825" y="2000250"/>
            <a:ext cx="12573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7381875" y="2000250"/>
            <a:ext cx="12573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2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3552825" y="3333750"/>
            <a:ext cx="1257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81875" y="3333750"/>
            <a:ext cx="1257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2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752850"/>
            <a:ext cx="0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A939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12960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7694-278B-4A89-8E32-CDC43D2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Чек-лист по коду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C9260-0BCC-4806-8D4F-B0CA44A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Окно 700 × 500 создано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D2864-C9EF-41D4-B199-551130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Есть один класс GameSprite без наследования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D5DC-8284-4039-9E6B-8F00F7E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Две ракетки управляются с клавиатуры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1DAFD-C751-44E4-98D5-72D356C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Мяч движется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C5461-2643-43C0-A275-EEBEFA7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Мяч отскакивает от стен и ракеток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8352D-31D0-4D1D-921C-7240D729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9396"/>
                </a:solidFill>
                <a:latin typeface="Arial"/>
                <a:ea typeface="Arial"/>
                <a:cs typeface="Arial"/>
              </a:rPr>
              <a:t>[x] Пропущенный мяч определяет победителя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03082-AD5D-4878-864F-4395CC8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[x] clock.tick(60) ограничивает FPS</a:t>
            </a:r>
          </a:p>
        </p:txBody>
      </p:sp>
    </p:spTree>
    <p:extLst>
      <p:ext uri="{BB962C8B-B14F-4D97-AF65-F5344CB8AC3E}">
        <p14:creationId xmlns:p14="http://schemas.microsoft.com/office/powerpoint/2010/main" val="2119525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2026-09-26T19:31:35.8660000Z</dcterms:created>
  <dcterms:modified xsi:type="dcterms:W3CDTF">2026-09-26T19:31:35.8660000Z</dcterms:modified>
</coreProperties>
</file>